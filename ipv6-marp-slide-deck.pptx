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MARP Slide Deck for IPv6 for Leaders Workshop
Each slide is designed with appropriate content density
Image placeholders are included where visuals would enhance the content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Visual comparing scarcity vs. abundance approaches to network design]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Diagram showing digital transformation elements enabled by IPv6]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Security layers diagram applicable to both IPv4 and IPv6]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IPv6 security architecture diagram]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Benchmark matrix template for organization assessment]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Matrix showing IPv6 contributions to SDGs]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Smart city implementation using IPv6]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Multi-stakeholder model diagram]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Ecosystem of IPv6 governance organizations]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ROI calculation framework diagram]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Hierarchical address allocation diagram]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Organization-to-address mapping example]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IPv6 deployment timeline with milestones]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Transition mechanisms comparison]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IPv6 implementation KPI dashboard example]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Executive dashboard for IPv6 implementation]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IoT growth projection and addressing]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Edge computing with IPv6]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Connected enterprise vision]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IPv6 competency matrix by role]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APNIC training resources]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[IMAGE PLACEHOLDER: Knowledge sharing model]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 and additional resource information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2025-05-28T03:21:37Z</dcterms:created>
  <dcterms:modified xsi:type="dcterms:W3CDTF">2025-05-28T03:21:37Z</dcterms:modified>
</cp:coreProperties>
</file>